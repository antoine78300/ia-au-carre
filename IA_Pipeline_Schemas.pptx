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au Carré — Pipeline de la recherche à la publication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quotidien de veille IA, entièrement automatisé — vue d'ensemble du pipeline agentique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0604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(LLM)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86600" y="868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DELIVERY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5548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DBEAFE"/>
          </a:solidFill>
          <a:ln w="15875">
            <a:solidFill>
              <a:srgbClr val="1F3B5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" y="12435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web temps réel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collect.py · 5x/jour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(18h·21h·00h·03h·06h)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5875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79192" y="12435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des articles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Anthropic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~0.10€/jour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618488"/>
            <a:ext cx="137160" cy="91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2194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5875">
            <a:solidFill>
              <a:srgbClr val="64748B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79192" y="2249424"/>
            <a:ext cx="1956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collected.json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local (reset nuit)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057400"/>
            <a:ext cx="9144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57600" y="2697480"/>
            <a:ext cx="9144" cy="18288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06040" y="288036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EDE9FE"/>
          </a:solidFill>
          <a:ln w="15875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79192" y="2935224"/>
            <a:ext cx="1956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Génération script podcast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Dialogue Sophie / Marc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8h30 · run_veille.sh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DCFCE7"/>
          </a:solidFill>
          <a:ln w="15875">
            <a:solidFill>
              <a:srgbClr val="166534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19472" y="2935224"/>
            <a:ext cx="1956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 vocale FR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DeniseNeural (Sophie)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HenriNeural (Marc)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2880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FEF9C3"/>
          </a:solidFill>
          <a:ln w="15875">
            <a:solidFill>
              <a:srgbClr val="854D0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9752" y="2935224"/>
            <a:ext cx="2185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feed.xml (flux RSS)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episodes.json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· repo ia-au-carre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55480" y="28803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FFE4E6"/>
          </a:solidFill>
          <a:ln w="15875">
            <a:solidFill>
              <a:srgbClr val="9F1239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28632" y="2935224"/>
            <a:ext cx="21396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Podcasts / Telegram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Abonnement RSS public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Hermes (audio + sources)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364992"/>
            <a:ext cx="137160" cy="91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49440" y="3364992"/>
            <a:ext cx="137160" cy="91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18320" y="3364992"/>
            <a:ext cx="137160" cy="91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46320" y="3977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DCFCE7"/>
          </a:solidFill>
          <a:ln w="15875">
            <a:solidFill>
              <a:srgbClr val="166534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19472" y="4032504"/>
            <a:ext cx="1956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Concaténation répliques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MP3 final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FEF9C3"/>
          </a:solidFill>
          <a:ln w="15875">
            <a:solidFill>
              <a:srgbClr val="854D0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59752" y="4032504"/>
            <a:ext cx="2185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54D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 objet MP3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bucket ia-au-carre · Free 10GB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55480" y="3977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 w="15875">
            <a:solidFill>
              <a:srgbClr val="9D174D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628632" y="4032504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Telegram 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Canal dédié 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feedback_bot.py (polling)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 /status /reset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3840480"/>
            <a:ext cx="9144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252460" y="3840480"/>
            <a:ext cx="9144" cy="13716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949440" y="4361688"/>
            <a:ext cx="137160" cy="9144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698480" y="3840480"/>
            <a:ext cx="9144" cy="484632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65760" y="30175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FCE7F3"/>
          </a:solidFill>
          <a:ln w="15875">
            <a:solidFill>
              <a:srgbClr val="9D174D"/>
            </a:solidFill>
            <a:prstDash val="dash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38912" y="3072384"/>
            <a:ext cx="1956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feedback.json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Préférences utilisateur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3364992"/>
            <a:ext cx="137160" cy="9144"/>
          </a:xfrm>
          <a:prstGeom prst="line">
            <a:avLst/>
          </a:prstGeom>
          <a:noFill/>
          <a:ln w="19050">
            <a:solidFill>
              <a:srgbClr val="9D174D"/>
            </a:solidFill>
            <a:prstDash val="dash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035040" y="50749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EDE9FE"/>
          </a:solidFill>
          <a:ln w="15875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108192" y="51297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B21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du feedback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update_feedback.py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feedback.json mis à jour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355580" y="4754880"/>
            <a:ext cx="18288" cy="320040"/>
          </a:xfrm>
          <a:prstGeom prst="line">
            <a:avLst/>
          </a:prstGeom>
          <a:noFill/>
          <a:ln w="19050">
            <a:solidFill>
              <a:srgbClr val="9D174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 flipV="1">
            <a:off x="8138160" y="5349240"/>
            <a:ext cx="2217420" cy="9144"/>
          </a:xfrm>
          <a:prstGeom prst="line">
            <a:avLst/>
          </a:prstGeom>
          <a:noFill/>
          <a:ln w="19050">
            <a:solidFill>
              <a:srgbClr val="9D174D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837944" y="3794760"/>
            <a:ext cx="9144" cy="1737360"/>
          </a:xfrm>
          <a:prstGeom prst="line">
            <a:avLst/>
          </a:prstGeom>
          <a:noFill/>
          <a:ln w="19050">
            <a:solidFill>
              <a:srgbClr val="9D174D"/>
            </a:solidFill>
            <a:prstDash val="dash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837944" y="5486400"/>
            <a:ext cx="4197096" cy="9144"/>
          </a:xfrm>
          <a:prstGeom prst="line">
            <a:avLst/>
          </a:prstGeom>
          <a:noFill/>
          <a:ln w="19050">
            <a:solidFill>
              <a:srgbClr val="9D174D"/>
            </a:solidFill>
            <a:prstDash val="dash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606040" y="5943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d'adaptation quotidienne (J+1) — feedback.json relu par collect.py et veille_ia.py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6263640"/>
            <a:ext cx="11430000" cy="182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65760" y="5989320"/>
            <a:ext cx="11430000" cy="0"/>
          </a:xfrm>
          <a:prstGeom prst="round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65760" y="6537960"/>
            <a:ext cx="146304" cy="146304"/>
          </a:xfrm>
          <a:prstGeom prst="rect">
            <a:avLst/>
          </a:prstGeom>
          <a:solidFill>
            <a:srgbClr val="DBEAFE"/>
          </a:solidFill>
          <a:ln w="12700">
            <a:solidFill>
              <a:srgbClr val="1F3B57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6692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recherche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03120" y="6537960"/>
            <a:ext cx="146304" cy="146304"/>
          </a:xfrm>
          <a:prstGeom prst="rect">
            <a:avLst/>
          </a:prstGeom>
          <a:solidFill>
            <a:srgbClr val="EDE9FE"/>
          </a:solidFill>
          <a:ln w="12700">
            <a:solidFill>
              <a:srgbClr val="5B21B6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30428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LLM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40480" y="6537960"/>
            <a:ext cx="146304" cy="146304"/>
          </a:xfrm>
          <a:prstGeom prst="rect">
            <a:avLst/>
          </a:prstGeom>
          <a:solidFill>
            <a:srgbClr val="DCFCE7"/>
          </a:solidFill>
          <a:ln w="12700">
            <a:solidFill>
              <a:srgbClr val="166534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04164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local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6537960"/>
            <a:ext cx="146304" cy="146304"/>
          </a:xfrm>
          <a:prstGeom prst="rect">
            <a:avLst/>
          </a:prstGeom>
          <a:solidFill>
            <a:srgbClr val="FEF9C3"/>
          </a:solidFill>
          <a:ln w="12700">
            <a:solidFill>
              <a:srgbClr val="854D0E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77900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0" y="6537960"/>
            <a:ext cx="146304" cy="146304"/>
          </a:xfrm>
          <a:prstGeom prst="rect">
            <a:avLst/>
          </a:prstGeom>
          <a:solidFill>
            <a:srgbClr val="FFE4E6"/>
          </a:solidFill>
          <a:ln w="12700">
            <a:solidFill>
              <a:srgbClr val="9F1239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51636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052560" y="6537960"/>
            <a:ext cx="146304" cy="146304"/>
          </a:xfrm>
          <a:prstGeom prst="rect">
            <a:avLst/>
          </a:prstGeom>
          <a:solidFill>
            <a:srgbClr val="FCE7F3"/>
          </a:solidFill>
          <a:ln w="12700">
            <a:solidFill>
              <a:srgbClr val="9D174D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25372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feedback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6720840"/>
            <a:ext cx="1143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 complet exécuté quotidiennement à 8h30 (mode semaine) — coût total ~0.10€/jour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1143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Squared — Pipeline From Research to Publication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53035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automated daily AI news podcast — agentic pipeline overview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60604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GENERATION (LLM)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846320" y="8686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PRODUCTION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086600" y="8686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&amp; DELIVERY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555480" y="868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188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0C2A43"/>
          </a:solidFill>
          <a:ln w="15875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" y="12435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DD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Tavily API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 search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collect.py · 5x/day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(6pm·9pm·12am·3am·6am)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06040" y="11887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241238"/>
          </a:solidFill>
          <a:ln w="1587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2679192" y="12435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 synthesis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API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~$0.11/day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468880" y="1618488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606040" y="219456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111827"/>
          </a:solidFill>
          <a:ln w="15875">
            <a:solidFill>
              <a:srgbClr val="334155"/>
            </a:solidFill>
            <a:prstDash val="dash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2679192" y="2249424"/>
            <a:ext cx="19568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collected.json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cache (reset nightly)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2057400"/>
            <a:ext cx="914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3657600" y="2697480"/>
            <a:ext cx="9144" cy="18288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606040" y="288036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241238"/>
          </a:solidFill>
          <a:ln w="1587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679192" y="2935224"/>
            <a:ext cx="1956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Podcast script generation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 / Ryan dialogue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8:30am · run_veille.sh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46320" y="2880360"/>
            <a:ext cx="2103120" cy="960120"/>
          </a:xfrm>
          <a:prstGeom prst="roundRect">
            <a:avLst>
              <a:gd name="adj" fmla="val 7619"/>
            </a:avLst>
          </a:prstGeom>
          <a:solidFill>
            <a:srgbClr val="062A20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919472" y="2935224"/>
            <a:ext cx="19568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edge-tts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synthesis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voice (Maya)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en-US voice (Ryan)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086600" y="288036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332701"/>
          </a:solidFill>
          <a:ln w="1587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159752" y="2935224"/>
            <a:ext cx="218541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Pages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/ai-square/feed.xml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episodes.json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 push · ia-au-carre repo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9555480" y="2880360"/>
            <a:ext cx="2286000" cy="960120"/>
          </a:xfrm>
          <a:prstGeom prst="roundRect">
            <a:avLst>
              <a:gd name="adj" fmla="val 7619"/>
            </a:avLst>
          </a:prstGeom>
          <a:solidFill>
            <a:srgbClr val="3A0B1A"/>
          </a:solidFill>
          <a:ln w="15875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9628632" y="2935224"/>
            <a:ext cx="2139696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DA4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Podcasts / Telegram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RSS subscription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Hermes bot (audio + sources)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09160" y="3364992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949440" y="3364992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418320" y="3364992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4846320" y="397764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062A20"/>
          </a:solidFill>
          <a:ln w="15875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919472" y="4032504"/>
            <a:ext cx="1956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EE7B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ffmpeg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audio segments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final MP3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086600" y="3977640"/>
            <a:ext cx="2331720" cy="777240"/>
          </a:xfrm>
          <a:prstGeom prst="roundRect">
            <a:avLst>
              <a:gd name="adj" fmla="val 9412"/>
            </a:avLst>
          </a:prstGeom>
          <a:solidFill>
            <a:srgbClr val="332701"/>
          </a:solidFill>
          <a:ln w="15875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7159752" y="4032504"/>
            <a:ext cx="21854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CD3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R2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storage (MP3)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ia-au-carre bucket · Free 10GB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555480" y="397764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3B0F26"/>
          </a:solidFill>
          <a:ln w="15875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9628632" y="4032504"/>
            <a:ext cx="213969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Bot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feedback channel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feedback_bot.py (polling)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/start /status /reset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897880" y="3840480"/>
            <a:ext cx="914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 flipV="1">
            <a:off x="8252460" y="3840480"/>
            <a:ext cx="9144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949440" y="4361688"/>
            <a:ext cx="137160" cy="914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10698480" y="3840480"/>
            <a:ext cx="9144" cy="484632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365760" y="30175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3B0F26"/>
          </a:solidFill>
          <a:ln w="15875">
            <a:solidFill>
              <a:srgbClr val="F472B6"/>
            </a:solidFill>
            <a:prstDash val="dash"/>
          </a:ln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438912" y="3072384"/>
            <a:ext cx="195681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feedback.json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preferences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468880" y="3364992"/>
            <a:ext cx="137160" cy="9144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6035040" y="5074920"/>
            <a:ext cx="2103120" cy="868680"/>
          </a:xfrm>
          <a:prstGeom prst="roundRect">
            <a:avLst>
              <a:gd name="adj" fmla="val 8421"/>
            </a:avLst>
          </a:prstGeom>
          <a:solidFill>
            <a:srgbClr val="241238"/>
          </a:solidFill>
          <a:ln w="15875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108192" y="5129784"/>
            <a:ext cx="19568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4B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update_feedback.py</a:t>
            </a:r>
            <a:endParaRPr lang="en-US" sz="12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feedback.json updated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10355580" y="4754880"/>
            <a:ext cx="18288" cy="320040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 flipV="1">
            <a:off x="8138160" y="5349240"/>
            <a:ext cx="2217420" cy="9144"/>
          </a:xfrm>
          <a:prstGeom prst="line">
            <a:avLst/>
          </a:prstGeom>
          <a:noFill/>
          <a:ln w="1905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1837944" y="3794760"/>
            <a:ext cx="9144" cy="1737360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1837944" y="5486400"/>
            <a:ext cx="4197096" cy="9144"/>
          </a:xfrm>
          <a:prstGeom prst="line">
            <a:avLst/>
          </a:prstGeom>
          <a:noFill/>
          <a:ln w="19050">
            <a:solidFill>
              <a:srgbClr val="F472B6"/>
            </a:solidFill>
            <a:prstDash val="dash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606040" y="5943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9A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adaptation loop (D+1) — feedback.json re-read by collect.py &amp; veille_ia.py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65760" y="6263640"/>
            <a:ext cx="11430000" cy="18288"/>
          </a:xfrm>
          <a:prstGeom prst="round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365760" y="5989320"/>
            <a:ext cx="11430000" cy="0"/>
          </a:xfrm>
          <a:prstGeom prst="roundRect">
            <a:avLst/>
          </a:prstGeom>
          <a:solidFill>
            <a:srgbClr val="0F172A"/>
          </a:solidFill>
          <a:ln/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65760" y="6537960"/>
            <a:ext cx="146304" cy="146304"/>
          </a:xfrm>
          <a:prstGeom prst="rect">
            <a:avLst/>
          </a:prstGeom>
          <a:solidFill>
            <a:srgbClr val="0C2A43"/>
          </a:solidFill>
          <a:ln w="12700">
            <a:solidFill>
              <a:srgbClr val="38BDF8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56692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/ research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2103120" y="6537960"/>
            <a:ext cx="146304" cy="146304"/>
          </a:xfrm>
          <a:prstGeom prst="rect">
            <a:avLst/>
          </a:prstGeom>
          <a:solidFill>
            <a:srgbClr val="241238"/>
          </a:solidFill>
          <a:ln w="12700">
            <a:solidFill>
              <a:srgbClr val="A78BFA"/>
            </a:solidFill>
            <a:prstDash val="solid"/>
          </a:ln>
        </p:spPr>
        <p:txBody>
          <a:bodyPr/>
          <a:p/>
        </p:txBody>
      </p:sp>
      <p:sp>
        <p:nvSpPr>
          <p:cNvPr id="54" name="Text 52"/>
          <p:cNvSpPr/>
          <p:nvPr/>
        </p:nvSpPr>
        <p:spPr>
          <a:xfrm>
            <a:off x="230428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model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840480" y="6537960"/>
            <a:ext cx="146304" cy="146304"/>
          </a:xfrm>
          <a:prstGeom prst="rect">
            <a:avLst/>
          </a:prstGeom>
          <a:solidFill>
            <a:srgbClr val="062A20"/>
          </a:solidFill>
          <a:ln w="12700">
            <a:solidFill>
              <a:srgbClr val="34D399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404164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audio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577840" y="6537960"/>
            <a:ext cx="146304" cy="146304"/>
          </a:xfrm>
          <a:prstGeom prst="rect">
            <a:avLst/>
          </a:prstGeom>
          <a:solidFill>
            <a:srgbClr val="332701"/>
          </a:solidFill>
          <a:ln w="12700">
            <a:solidFill>
              <a:srgbClr val="FBBF24"/>
            </a:solidFill>
            <a:prstDash val="solid"/>
          </a:ln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577900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15200" y="6537960"/>
            <a:ext cx="146304" cy="146304"/>
          </a:xfrm>
          <a:prstGeom prst="rect">
            <a:avLst/>
          </a:prstGeom>
          <a:solidFill>
            <a:srgbClr val="3A0B1A"/>
          </a:solidFill>
          <a:ln w="12700">
            <a:solidFill>
              <a:srgbClr val="FB7185"/>
            </a:solidFill>
            <a:prstDash val="solid"/>
          </a:ln>
        </p:spPr>
        <p:txBody>
          <a:bodyPr/>
          <a:p/>
        </p:txBody>
      </p:sp>
      <p:sp>
        <p:nvSpPr>
          <p:cNvPr id="60" name="Text 58"/>
          <p:cNvSpPr/>
          <p:nvPr/>
        </p:nvSpPr>
        <p:spPr>
          <a:xfrm>
            <a:off x="751636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9052560" y="6537960"/>
            <a:ext cx="146304" cy="146304"/>
          </a:xfrm>
          <a:prstGeom prst="rect">
            <a:avLst/>
          </a:prstGeom>
          <a:solidFill>
            <a:srgbClr val="3B0F26"/>
          </a:solidFill>
          <a:ln w="12700">
            <a:solidFill>
              <a:srgbClr val="F472B6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9253728" y="649224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65760" y="6720840"/>
            <a:ext cx="11430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cycle runs daily at 8:30am (weekday mode) — total cost ~$0.11/day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2026-08-03T11:25:33Z</dcterms:created>
  <dcterms:modified xsi:type="dcterms:W3CDTF">2026-08-03T11:25:33Z</dcterms:modified>
</cp:coreProperties>
</file>